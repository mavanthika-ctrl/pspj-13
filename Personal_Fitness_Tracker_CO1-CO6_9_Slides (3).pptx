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aigeetesh/pspj-gou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" cy="5303520"/>
          </a:xfrm>
          <a:prstGeom prst="rect">
            <a:avLst/>
          </a:prstGeom>
          <a:solidFill>
            <a:srgbClr val="FFC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" y="640080"/>
            <a:ext cx="45720" cy="5303520"/>
          </a:xfrm>
          <a:prstGeom prst="rect">
            <a:avLst/>
          </a:prstGeom>
          <a:solidFill>
            <a:srgbClr val="4D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59436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4DD2DC"/>
                </a:solidFill>
                <a:latin typeface="Aptos"/>
              </a:rPr>
              <a:t>JAVA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17320"/>
            <a:ext cx="8229600" cy="1554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PERSONAL FITNESS
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182112"/>
            <a:ext cx="822960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900" b="0">
                <a:solidFill>
                  <a:srgbClr val="AEBED1"/>
                </a:solidFill>
                <a:latin typeface="Aptos"/>
              </a:rPr>
              <a:t>A simple application to monitor daily fitness activities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931920"/>
            <a:ext cx="6400800" cy="150876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4041648"/>
            <a:ext cx="607161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4498848"/>
            <a:ext cx="5394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B. SAI GEETESH  •  2620030304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928616"/>
            <a:ext cx="5394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AVANTHIKA  •  2620030327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006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FFC219"/>
                </a:solidFill>
                <a:latin typeface="Aptos"/>
              </a:rPr>
              <a:t>Faculty: A. Swathi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5870448"/>
            <a:ext cx="68580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AEBED1"/>
                </a:solidFill>
                <a:latin typeface="Aptos"/>
              </a:rPr>
              <a:t>CO1  /  CO2  /  CO3  /  CO4  /  CO5  /  CO6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What the Personal Fitness Tracker is designed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583680" cy="347472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029968"/>
            <a:ext cx="625449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6126480" cy="265176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Monitors daily physical activities.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Tracks steps, calories burned, water intake, and exercise duration.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Helps users set fitness goals and review their progress.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Encourages regular activity and a healthy lifestyle.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920240"/>
            <a:ext cx="3886200" cy="347472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2029968"/>
            <a:ext cx="355701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4DD2DC"/>
                </a:solidFill>
                <a:latin typeface="Aptos"/>
              </a:rPr>
              <a:t>TRACKED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56032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FFC21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17296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FFC21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72968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Calories burned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785615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FFC219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85615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Water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398264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FFC219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98264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Exercise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Data Types in the Fitness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Data types define what kind of value a variable can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846320" cy="365760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451713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FITNESS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389120" cy="283464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int steps = 5000; — whole-number step count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double calories = 250.5; — decimal calories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char grade = 'A'; — a single character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boolean goalReached = true; — true or 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874519"/>
            <a:ext cx="5669280" cy="3657600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984248"/>
            <a:ext cx="5394960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int steps = 5000;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double calories = 250.5;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char grade = 'A';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boolean goalReached = true;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System.out.println(steps);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System.out.println(calories);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System.out.println(grade);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System.out.println(goalReached);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5650992"/>
            <a:ext cx="53035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67DC9F"/>
                </a:solidFill>
                <a:latin typeface="Aptos"/>
              </a:rPr>
              <a:t>Expected output: 5000  |  250.5  |  A  | 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Decisions and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Use conditions to check fitness goals and loops to repeat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11480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506577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IF–ELSE: CHECK STEP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77440"/>
            <a:ext cx="4937760" cy="2286000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487168"/>
            <a:ext cx="4663440" cy="2066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int steps = 6000;</a:t>
            </a: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if (steps &gt;= 5000) {</a:t>
            </a: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    System.out.println("Goal reached!");</a:t>
            </a: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    System.out.println("Keep walking!");</a:t>
            </a:r>
          </a:p>
          <a:p>
            <a:pPr>
              <a:spcAft>
                <a:spcPts val="0"/>
              </a:spcAft>
              <a:defRPr sz="15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67DC9F"/>
                </a:solidFill>
                <a:latin typeface="Aptos"/>
              </a:rPr>
              <a:t>Output: Goal reached!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66360" cy="411480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38528"/>
            <a:ext cx="483717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4DD2DC"/>
                </a:solidFill>
                <a:latin typeface="Aptos"/>
              </a:rPr>
              <a:t>SWITCH CASE +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31720"/>
            <a:ext cx="4709160" cy="3246120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41448"/>
            <a:ext cx="4434840" cy="3026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int activity = 1;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switch (activity)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case 1: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System.out.println("Walking");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case 2: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System.out.println("Running");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default: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System.out.println("Other");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for (int i = 1; i &lt;= 3; i++)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System.out.println("Exercise");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623560"/>
            <a:ext cx="4572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AEBED1"/>
                </a:solidFill>
                <a:latin typeface="Aptos"/>
              </a:rPr>
              <a:t>switch selects an activity; for repeats a message.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Methods and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Store daily step counts in an array and calculate their total with a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074920" cy="3977639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474573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4480560" cy="283464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Array: stores multiple step counts.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Method: reusable code that performs a task.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Loop: visits each value in the array.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Example: total steps over three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74519"/>
            <a:ext cx="5486400" cy="3520440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84248"/>
            <a:ext cx="5212080" cy="3300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static int totalSteps(int[] steps) {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    int total = 0;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    for (int s : steps) {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        total += s;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    return total;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// In main: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int[] steps = {2000, 3000, 4000};</a:t>
            </a:r>
          </a:p>
          <a:p>
            <a:pPr>
              <a:spcAft>
                <a:spcPts val="0"/>
              </a:spcAft>
              <a:defRPr sz="1400">
                <a:solidFill>
                  <a:srgbClr val="4DD2DC"/>
                </a:solidFill>
                <a:latin typeface="Consolas"/>
              </a:defRPr>
            </a:pPr>
            <a:r>
              <a:t>System.out.println(totalSteps(steps));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596128"/>
            <a:ext cx="48463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67DC9F"/>
                </a:solidFill>
                <a:latin typeface="Aptos"/>
              </a:rPr>
              <a:t>Output: 9000 total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OOP and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A class models a fitness record; an object stores a user's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663440" cy="3977639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4334255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OOP IN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160520" cy="292608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Class: blueprint for a fitness record.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Object: an instance of the class.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Field: stores the step count.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Method: displays fitness data.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try-catch: handles an exception if one occurs.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874519"/>
            <a:ext cx="5943600" cy="3977639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984248"/>
            <a:ext cx="5669280" cy="37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class Fitness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int steps;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void display()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System.out.println("Steps: " + steps);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Fitness f = new Fitness();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f.steps = 5000;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try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    f.display();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} catch (Exception e) {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    System.out.println("Error");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925312"/>
            <a:ext cx="5212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67DC9F"/>
                </a:solidFill>
                <a:latin typeface="Aptos"/>
              </a:rPr>
              <a:t>Output: Steps: 5000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Strings, Files and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Create a text report and save it to a file using Java's I/O library.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480560" cy="3977639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415137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KEY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3977639" cy="292608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String: holds report text.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File: keeps the report for later use.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FileWriter: a ready-made Java library class.</a:t>
            </a:r>
          </a:p>
          <a:p>
            <a:pPr>
              <a:spcAft>
                <a:spcPts val="12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 IOException: can occur if file writing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874519"/>
            <a:ext cx="6126480" cy="3977639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84248"/>
            <a:ext cx="5852160" cy="37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import java.io.FileWriter;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import java.io.IOException;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class FitnessReport {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String report = "Daily steps: 5000";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try {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    FileWriter file = new FileWriter("fitness.txt");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    file.write(report);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    file.close();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    System.out.println(report);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} catch (IOException e) {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    System.out.println("File error");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925312"/>
            <a:ext cx="57607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67DC9F"/>
                </a:solidFill>
                <a:latin typeface="Aptos"/>
              </a:rPr>
              <a:t>Output: Daily steps: 5000  •  Saved to fitness.txt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C219"/>
                </a:solidFill>
                <a:latin typeface="Aptos"/>
              </a:rPr>
              <a:t>CO6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F4F7FB"/>
                </a:solidFill>
                <a:latin typeface="Aptos"/>
              </a:rPr>
              <a:t>Collections and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AEBED1"/>
                </a:solidFill>
                <a:latin typeface="Aptos"/>
              </a:rPr>
              <a:t>Use a List to store step counts and a stream to calculate their total.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480560" cy="3931920"/>
          </a:xfrm>
          <a:prstGeom prst="roundRect">
            <a:avLst/>
          </a:prstGeom>
          <a:solidFill>
            <a:srgbClr val="132033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4151376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FFC219"/>
                </a:solidFill>
                <a:latin typeface="Aptos"/>
              </a:rPr>
              <a:t>KEY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3977639" cy="283464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Collection: stores a group of values.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List&lt;Integer&gt;: holds multiple step counts.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Stream: processes values in sequence.</a:t>
            </a:r>
          </a:p>
          <a:p>
            <a:pPr>
              <a:spcAft>
                <a:spcPts val="12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 sum(): calculates the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874519"/>
            <a:ext cx="6126480" cy="3749039"/>
          </a:xfrm>
          <a:prstGeom prst="roundRect">
            <a:avLst/>
          </a:prstGeom>
          <a:solidFill>
            <a:srgbClr val="050C16"/>
          </a:solidFill>
          <a:ln>
            <a:solidFill>
              <a:srgbClr val="27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84248"/>
            <a:ext cx="5852160" cy="35295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import java.util.*;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class Fitness {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List&lt;Integer&gt; steps =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    Arrays.asList(2000, 3000, 4000);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int total = steps.stream()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                 .mapToInt(Integer::intValue)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                 .sum();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    System.out.println("Total steps: " + total);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00">
                <a:solidFill>
                  <a:srgbClr val="4DD2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5715000"/>
            <a:ext cx="54864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67DC9F"/>
                </a:solidFill>
                <a:latin typeface="Aptos"/>
              </a:rPr>
              <a:t>Output: Total steps: 9000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1148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4DD2DC"/>
                </a:solidFill>
                <a:latin typeface="Aptos"/>
              </a:rPr>
              <a:t>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315200" cy="685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600" b="1">
                <a:solidFill>
                  <a:srgbClr val="F4F7FB"/>
                </a:solidFill>
                <a:latin typeface="Aptos"/>
              </a:rPr>
              <a:t>GitHub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6012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900" b="0">
                <a:solidFill>
                  <a:srgbClr val="AEBED1"/>
                </a:solidFill>
                <a:latin typeface="Aptos"/>
              </a:rPr>
              <a:t>View the Personal Fitness Tracker project source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FFC219"/>
                </a:solidFill>
                <a:latin typeface="Aptos"/>
                <a:hlinkClick r:id="rId2"/>
              </a:rPr>
              <a:t>https://github.com/saigeetesh/pspj-goup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457200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900" b="1">
                <a:solidFill>
                  <a:srgbClr val="67DC9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59436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B. Sai Geetesh  •  Avanthika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80467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AEBED1"/>
                </a:solidFill>
                <a:latin typeface="Aptos"/>
              </a:rPr>
              <a:t>PERSONAL FITNESS TRACKER  •  JAVA CO1–CO6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41148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FFC21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